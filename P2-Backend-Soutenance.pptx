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Pôle 2 — Infrastructure, Sécurité &amp; Cloud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EC4B6"/>
                </a:solidFill>
                <a:latin typeface="Calibri"/>
              </a:rPr>
              <a:t>Backend (Core NestJS) · Plateforme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800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Hackathon ESTIAM — Groupe 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2DE"/>
                </a:solidFill>
                <a:latin typeface="Calibri"/>
              </a:rPr>
              <a:t>Sujet A : Diffusion « Zero-Trust »   ·   Sujet B : Détection &amp; Anti-Scraping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8D2DE"/>
                </a:solidFill>
                <a:latin typeface="Calibri"/>
              </a:rPr>
              <a:t>Équipe P2 : Enzo (lead) · William · Ryan · Gabriel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Contexte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Le Core — API &amp; règles métier de la plateforme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Objet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protéger la diffusion des contenus vidéo et détecter les abus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Brique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Core = backend/ (NestJS), s'appuie sur l'auth JWT déjà fournie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Choix fort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on traite LES DEUX sujets du pôle (A + B), dans un même Core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 — Zero-Trust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empêcher le pillage : flux chiffré + clé éphémère sur token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 — Anti-Scraping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détecter et bloquer les abus en temps réel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Déploiement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100 % local accepté — reproductible en une commande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View / Core / Engine — une seule identité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291840" cy="1463040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View — React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6F0F5"/>
                </a:solidFill>
                <a:latin typeface="Calibri"/>
              </a:rPr>
              <a:t>lecteur vidéo (P1)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29184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Core — NestJS :3000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6F0F5"/>
                </a:solidFill>
                <a:latin typeface="Calibri"/>
              </a:rPr>
              <a:t>auth · clé AES · sécurité (P2)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011680"/>
            <a:ext cx="3291840" cy="146304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Engine — Python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6F0F5"/>
                </a:solidFill>
                <a:latin typeface="Calibri"/>
              </a:rPr>
              <a:t>IA / data (P3)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nginx :8080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sert la playlist HLS + segments chiffrés (jamais la clé)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JWT unique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même identité pour P1 (collab), P2-A (clé) et P2-B (détection)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Flux démo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login → lecture vidéo chiffrée → la sécu surveille → métadonnées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A — Diffusion « Zero-Trust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« Ne faire confiance à personne par défaut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 défi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diffuser une vidéo que personne ne peut piller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HLS chiffré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playlist .m3u8 + segments .ts chiffrés en AES-128 (ffmpeg)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Clé éphémère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délivrée UNIQUEMENT à un utilisateur authentifié, via le Core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Refus par défaut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sans token / token expiré → la clé est refusée (401/403)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 cœur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un vrai serveur de clés = « une porte fermée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A — Mise en œuvre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Serveur de clés éphémères (NestJS)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scripts/encrypt-hls.sh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ffmpeg chiffre la vidéo → HLS AES-128 + clé 16 octets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GET /keys/:contentId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protégé par AuthGuard ; renvoie la clé brute si autorisé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ACL par contenu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droits par utilisateur ; refus 403 sinon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Validation stricte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anti path-traversal sur contentId (regex + ACL avant lecture)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Journalisation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chaque accès clé tracé (qui · quand · contenu · accordé/refusé)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nginx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sert la vidéo chiffrée mais bloque /keys/ (404)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A — Preuve de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Testé en conditions réelles (script automatisé)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566928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2763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Avec token valide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9E57"/>
                </a:solidFill>
                <a:latin typeface="Calibri"/>
              </a:rPr>
              <a:t>200 · clé 16 octets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31136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31136"/>
            <a:ext cx="109728" cy="56692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0428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Sans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3113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2318"/>
                </a:solidFill>
                <a:latin typeface="Calibri"/>
              </a:rPr>
              <a:t>401 refusé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07791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07791"/>
            <a:ext cx="109728" cy="56692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80944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Token bidon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07791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2318"/>
                </a:solidFill>
                <a:latin typeface="Calibri"/>
              </a:rPr>
              <a:t>401 refusé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84448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584448"/>
            <a:ext cx="109728" cy="56692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Token expiré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8444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2318"/>
                </a:solidFill>
                <a:latin typeface="Calibri"/>
              </a:rPr>
              <a:t>401 refusé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61104"/>
            <a:ext cx="5669280" cy="5669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61104"/>
            <a:ext cx="109728" cy="566928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34256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7202A"/>
                </a:solidFill>
                <a:latin typeface="Calibri"/>
              </a:rPr>
              <a:t>Clé via nginx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6110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9E57"/>
                </a:solidFill>
                <a:latin typeface="Calibri"/>
              </a:rPr>
              <a:t>404 — jamais servie hors du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606D"/>
                </a:solidFill>
                <a:latin typeface="Calibri"/>
              </a:rPr>
              <a:t>+ Modèle de menace documenté (quoi protéger, contre quoi, limites assumées).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B — Détection &amp; Anti-Scraping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Observer le trafic et réagir en temps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 défi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détecter et bloquer les abus pendant qu'ils se produisent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Rattachement compte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chaque requête liée à un compte via le JWT existant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Rate-limit global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100 req / 60s / IP (@nestjs/throttler)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Réaction visible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logs structurés + dashboard temps réel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Honnêteté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capture d'écran ≈ indétectable → watermark dissuasif assumé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B — Les 3 détections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Fenêtre glissante en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Sessions simultanées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&gt; 3 IP distinctes pour un même compte sur 5 min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IP proxy / VPN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liste de réputation hors-ligne (CIDR) — alerte au match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Scraping de segments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&gt; 8 requêtes .ts/min = alerte ; &gt; 20 = blocage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Watermark de session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pseudo + horodatage, traçable, lié à l'utilisateur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Dashboard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/security/dashboard (admin) + page HTML temps réel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Sujet B — Blocage RÉEL (pas qu'une alerte)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nginx auth_request → le Core peut refuser le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nginx auth_request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interroge le Core AVANT de servir chaque segment .ts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Décision du Core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au-delà du seuil dur → 403 → nginx refuse le segment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Démo avant/après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segments 1-20 servis (200), puis 21+ refusés (403)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Scripts d'attaque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multi-session · proxy-ip · scrape-segments · flood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Anti-usurpation IP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X-Forwarded-For honoré seulement via proxy de confiance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Audit de sécurité — failles corrigées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Durcissement adversarial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Secret JWT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refus de démarrer en prod si secret faible/par défaut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Algo épinglé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HS256 forcé → bloque la confusion d'algorithme (alg=none)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Path traversal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contentId validé + ACL avant toute lecture fichier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Brute-force login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rate-limit 10/min/IP + verrouillage compte (5 échecs)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Énumération users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vérification Argon2 à temps constant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Endpoint interne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/security/ingest réservé au reverse-proxy / loopback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Modèle de menace — couvert vs assumé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L'honnêteté technique est notée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94960" cy="54864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 Couvert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Clé sans token · ACL par contenu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Path traversal · usurpation IP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Brute-force · énumération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Scraping (avec blocage réel)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Dashboard admin-only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212080" cy="54864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3619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⚠ Assumé (documenté)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Pas de TLS en local (→ HTTPS prod)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JWT non révocable (TTL court)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Clé unique (pas par session)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Scraping distribué (botnet)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EC4B6"/>
                </a:solidFill>
                <a:latin typeface="Calibri"/>
              </a:rPr>
              <a:t>▸  </a:t>
            </a:r>
            <a:r>
              <a:rPr sz="1400" b="0">
                <a:solidFill>
                  <a:srgbClr val="17202A"/>
                </a:solidFill>
                <a:latin typeface="Calibri"/>
              </a:rPr>
              <a:t>Capture d'écran / HDMI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Infra &amp; reproductibilité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Aucune étape manuelle obscure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docker-compose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Core + nginx en une commande (JWT_SECRET fort obligatoire)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scripts/demo-local.sh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démo complète SANS Docker (encrypt → Core → nginx → attaques)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CI GitHub Actions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build &amp; push de l'image backend vers GHCR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Secrets gitignorés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clé AES jamais commitée, jamais servie en statique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Qualité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build OK · lint 0 erreur · toutes les preuves vertes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Intégration (Bloc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La couture avec les autres pôles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Identité unique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même JWT pour P1, P2-A et P2-B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Lecture chiffrée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hls.js + xhrSetup → token envoyé sur la requête de clé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Watermark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incrusté dans le lecteur (dissuasif, traçable)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Dashboard sécurité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consommable par un back-office admin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Doc fournie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docs/FRONTEND-INTEGRATION.md (endpoints + composant prêt)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Back-office &amp; gestion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Endpoints /admin protégés (AuthGuard + AdminGuard)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ACL dynamique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droits par contenu en mémoire (fini l'ACL codée en dur)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Utilisateurs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GET /admin/users — liste des comptes et rôles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Contenus &amp; droits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GET /admin/contents + donner/retirer l'accès d'un user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Révocation de clé EN DIRECT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/admin/contents/:id/revoke -&gt; /keys passe à 403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Restauration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.../restore -&gt; la lecture repart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Démo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couper l'accès d'un spectateur devant le jury, en live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Multi-tenant — 3 niveaux d'accès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Isolation stricte par entreprise (tenant)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38328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SUPER-ADMIN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6F0F5"/>
                </a:solidFill>
                <a:latin typeface="Calibri"/>
              </a:rPr>
              <a:t>crée les entreprises + invite leurs admins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1371600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ADMIN d'entreprise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6F0F5"/>
                </a:solidFill>
                <a:latin typeface="Calibri"/>
              </a:rPr>
              <a:t>crée ses users · gère contenus &amp; droits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828800"/>
            <a:ext cx="3383280" cy="1371600"/>
          </a:xfrm>
          <a:prstGeom prst="rect">
            <a:avLst/>
          </a:prstGeom>
          <a:solidFill>
            <a:srgbClr val="52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E6F0F5"/>
                </a:solidFill>
                <a:latin typeface="Calibri"/>
              </a:rPr>
              <a:t>accède aux contenus autorisés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JWT enrichi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role + companyId portés dans le token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Isolation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un admin/user ne voit que SA companyId (cross-tenant → 404)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Révocation de clé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couper l'accès à un contenu en direct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Onboarding par invitation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Mot de passe temporaire 24 h + changement forcé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1. Super-admin invite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/admin/companies/:id/invite-admin { email }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Mot de passe temporaire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aléatoire, valable 24 h, envoyé au mail du représentant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2. Admin se connecte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token avec mustChangePassword = true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Panel bloqué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403 tant que le mot de passe n'est pas changé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3. Changement de mdp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POST /auth/change-password → nouveau token, panel ouvert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Sécurité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ancien mdp invalidé · mdp temporaire expiré refusé au login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Onboarding par email (Mailjet)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Invitation envoyée au représentant de l'entreprise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Envoi réel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API Mailjet v3.1 (clés en variables d'env) — testé en production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Repli simulation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sans clés -&gt; log + lien renvoyé (démo/tests sans compte)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Template Poulpium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charte Dark Studio : logo, bouton, encadré mot de passe, badge Zero-Trust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Compatible clients mail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tables + styles inline (Gmail/Outlook), logo en PNG hébergé</a:t>
            </a:r>
          </a:p>
          <a:p>
            <a:pPr algn="l">
              <a:spcAft>
                <a:spcPts val="11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Sécurité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valeurs échappées (anti-injection HTML dans l'email)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Features avancées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Au-delà du socle Zero-Trust / Anti-Scraping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Streaming via le Core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/videos/:id sert le HLS, clé réécrite en relatif -&gt; passe par le tunnel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Refresh tokens + vrai logout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rotation des refresh, révocation serveur (limite JWT levée)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Bannissement d'IP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action admin depuis le dashboard -&gt; 403 immédiat (middleware)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Journal d'accès (audit)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qui a lu quelle clé, quand, depuis quelle IP — scoppé entreprise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Watermark de session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incrustable dans le lecteur (dissuasif, traçable)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▸  </a:t>
            </a:r>
            <a:r>
              <a:rPr sz="1600" b="1">
                <a:solidFill>
                  <a:srgbClr val="17202A"/>
                </a:solidFill>
                <a:latin typeface="Calibri"/>
              </a:rPr>
              <a:t>Révocation de clé en direct</a:t>
            </a:r>
            <a:r>
              <a:rPr sz="1600" b="0">
                <a:solidFill>
                  <a:srgbClr val="52606D"/>
                </a:solidFill>
                <a:latin typeface="Calibri"/>
              </a:rPr>
              <a:t> — couper l'accès d'un contenu pendant la démo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Récap des routes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C4B6"/>
                </a:solidFill>
                <a:latin typeface="Calibri"/>
              </a:rPr>
              <a:t>Surface d'API exposée par le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1732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/auth/login | refresh | logout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426464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public (+ refresh token)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92023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/videos/:id/index.m3u8 | :seg.ts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29384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public (flux chiffré)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7743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3230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42315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/keys/:contentId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43230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Bearer + droits + tenant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035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3522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2607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/security/dashboard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93522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Bearer 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8327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43814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GET/POST/DELETE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42899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/security/ban[s]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43814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Bearer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88619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94106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93191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/admin/companies/:id/invite-admin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94106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superadmin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8911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44398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GET/POST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43483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/admin/users | contents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44398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admin (entreprise)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9203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94690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493775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/admin/contents/:id/revoke | restore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94690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admin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59"/>
            <a:ext cx="1554480" cy="420624"/>
          </a:xfrm>
          <a:prstGeom prst="rect">
            <a:avLst/>
          </a:prstGeom>
          <a:solidFill>
            <a:srgbClr val="15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449823"/>
            <a:ext cx="1517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5440679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7202A"/>
                </a:solidFill>
                <a:latin typeface="Calibri"/>
              </a:rPr>
              <a:t>/admin/audit/keys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449823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606D"/>
                </a:solidFill>
                <a:latin typeface="Calibri"/>
              </a:rPr>
              <a:t>admin (entreprise)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Bilan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C4B6"/>
                </a:solidFill>
                <a:latin typeface="Calibri"/>
              </a:rPr>
              <a:t>P2 terminé : code + sécurité + infra + démo reproductible.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Sujet A (Zero-Trust) et Sujet B (Anti-Scraping) fonctionnels et prouvés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Audit de sécurité passé — aucune faille exploitable connue sur le périmètre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Back-office multi-tenant : 3 rôles, ACL dynamique, révocation de clé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Onboarding par email (Mailjet) + template Poulpium, mdp temporaire 24 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Streaming HLS via le Core (tunnel), refresh tokens, bans d'IP, audit clés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✓  Audit de code complet + tous les bugs corrigés · déployé via tunnel Cloudflare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Prochaines étapes 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8D2DE"/>
                </a:solidFill>
                <a:latin typeface="Calibri"/>
              </a:rPr>
              <a:t>•  Brancher le lecteur front sur /videos (proxy + HLS_DIR)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8D2DE"/>
                </a:solidFill>
                <a:latin typeface="Calibri"/>
              </a:rPr>
              <a:t>•  Intégration Core -&gt; Engine (P3) pour le Bloc 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8D2DE"/>
                </a:solidFill>
                <a:latin typeface="Calibri"/>
              </a:rPr>
              <a:t>•  Merge backend-security -&gt; master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