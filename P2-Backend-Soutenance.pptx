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914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Pôle 2 — Infrastructure, Sécurité &amp; Cloud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EC4B6"/>
                </a:solidFill>
                <a:latin typeface="Calibri"/>
              </a:rPr>
              <a:t>Backend (Core NestJS) · Plateforme vidéo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800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Hackathon ESTIAM — Groupe 7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C8D2DE"/>
                </a:solidFill>
                <a:latin typeface="Calibri"/>
              </a:rPr>
              <a:t>Sujet A : Diffusion « Zero-Trust »   ·   Sujet B : Détection &amp; Anti-Scraping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C8D2DE"/>
                </a:solidFill>
                <a:latin typeface="Calibri"/>
              </a:rPr>
              <a:t>Équipe P2 : Enzo (lead) · William · Ryan · Gabriel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Contexte &amp; 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Le Core — API &amp; règles métier de la plateforme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Objet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protéger la diffusion des contenus vidéo et détecter les abus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Brique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Core = backend/ (NestJS), s'appuie sur l'auth JWT déjà fournie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Choix fort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on traite LES DEUX sujets du pôle (A + B), dans un même Core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A — Zero-Trust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empêcher le pillage : flux chiffré + clé éphémère sur token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B — Anti-Scraping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détecter et bloquer les abus en temps réel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Déploiement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100 % local accepté — reproductible en une commande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View / Core / Engine — une seule identité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291840" cy="1463040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View — React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6F0F5"/>
                </a:solidFill>
                <a:latin typeface="Calibri"/>
              </a:rPr>
              <a:t>lecteur vidéo (P1)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329184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19456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Core — NestJS :3000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6F0F5"/>
                </a:solidFill>
                <a:latin typeface="Calibri"/>
              </a:rPr>
              <a:t>auth · clé AES · sécurité (P2)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2011680"/>
            <a:ext cx="3291840" cy="1463040"/>
          </a:xfrm>
          <a:prstGeom prst="rect">
            <a:avLst/>
          </a:prstGeom>
          <a:solidFill>
            <a:srgbClr val="5260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19456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Engine — Python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6F0F5"/>
                </a:solidFill>
                <a:latin typeface="Calibri"/>
              </a:rPr>
              <a:t>IA / data (P3)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nginx :8080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sert la playlist HLS + segments chiffrés (jamais la clé)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JWT unique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même identité pour P1 (collab), P2-A (clé) et P2-B (détection)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Flux démo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login → lecture vidéo chiffrée → la sécu surveille → métadonnées 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A — Diffusion « Zero-Trust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« Ne faire confiance à personne par défaut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Le défi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diffuser une vidéo que personne ne peut piller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HLS chiffré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playlist .m3u8 + segments .ts chiffrés en AES-128 (ffmpeg)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Clé éphémère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délivrée UNIQUEMENT à un utilisateur authentifié, via le Core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Refus par défaut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sans token / token expiré → la clé est refusée (401/403)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Le cœur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un vrai serveur de clés = « une porte fermée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A — Mise en œuvre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Serveur de clés éphémères (NestJS)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scripts/encrypt-hls.sh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ffmpeg chiffre la vidéo → HLS AES-128 + clé 16 octets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GET /keys/:contentId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protégé par AuthGuard ; renvoie la clé brute si autorisé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ACL par contenu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droits par utilisateur ; refus 403 sinon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Validation stricte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anti path-traversal sur contentId (regex + ACL avant lecture)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Journalisation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chaque accès clé tracé (qui · quand · contenu · accordé/refusé)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nginx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sert la vidéo chiffrée mais bloque /keys/ (404)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A — Preuve de sécurité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Testé en conditions réelles (script automatisé)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109728" cy="566928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2763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Avec token valide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55448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9E57"/>
                </a:solidFill>
                <a:latin typeface="Calibri"/>
              </a:rPr>
              <a:t>200 · clé 16 octets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31136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31136"/>
            <a:ext cx="109728" cy="5669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30428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Sans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3113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2318"/>
                </a:solidFill>
                <a:latin typeface="Calibri"/>
              </a:rPr>
              <a:t>401 refusé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07791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907791"/>
            <a:ext cx="109728" cy="5669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980944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Token bidon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07791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2318"/>
                </a:solidFill>
                <a:latin typeface="Calibri"/>
              </a:rPr>
              <a:t>401 refusé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584448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584448"/>
            <a:ext cx="109728" cy="5669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65760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Token expiré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58444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2318"/>
                </a:solidFill>
                <a:latin typeface="Calibri"/>
              </a:rPr>
              <a:t>401 refusé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261104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261104"/>
            <a:ext cx="109728" cy="566928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3342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Clé via nginx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26110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9E57"/>
                </a:solidFill>
                <a:latin typeface="Calibri"/>
              </a:rPr>
              <a:t>404 — jamais servie hors du 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29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606D"/>
                </a:solidFill>
                <a:latin typeface="Calibri"/>
              </a:rPr>
              <a:t>+ Modèle de menace documenté (quoi protéger, contre quoi, limites assumées).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B — Détection &amp; Anti-Scraping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Observer le trafic et réagir en temps réel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Le défi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détecter et bloquer les abus pendant qu'ils se produisent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Rattachement compte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chaque requête liée à un compte via le JWT existant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Rate-limit global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100 req / 60s / IP (@nestjs/throttler)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Réaction visible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logs structurés + dashboard temps réel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Honnêteté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capture d'écran ≈ indétectable → watermark dissuasif assumé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B — Les 3 détections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Fenêtre glissante en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Sessions simultanées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&gt; 3 IP distinctes pour un même compte sur 5 min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IP proxy / VPN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liste de réputation hors-ligne (CIDR) — alerte au match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Scraping de segments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&gt; 8 requêtes .ts/min = alerte ; &gt; 20 = blocage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Watermark de session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pseudo + horodatage, traçable, lié à l'utilisateur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Dashboard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/security/dashboard (admin) + page HTML temps réel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B — Blocage RÉEL (pas qu'une alerte)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nginx auth_request → le Core peut refuser le 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nginx auth_request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interroge le Core AVANT de servir chaque segment .ts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Décision du Core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au-delà du seuil dur → 403 → nginx refuse le segment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Démo avant/après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segments 1-20 servis (200), puis 21+ refusés (403)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Scripts d'attaque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multi-session · proxy-ip · scrape-segments · flood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Anti-usurpation IP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X-Forwarded-For honoré seulement via proxy de confiance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Audit de sécurité — failles corrigées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Durcissement adversarial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Secret JWT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refus de démarrer en prod si secret faible/par défaut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Algo épinglé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HS256 forcé → bloque la confusion d'algorithme (alg=none)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Path traversal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contentId validé + ACL avant toute lecture fichier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Brute-force login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rate-limit 10/min/IP + verrouillage compte (5 échecs)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Énumération users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vérification Argon2 à temps constant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Endpoint interne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/security/ingest réservé au reverse-proxy / loopback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Modèle de menace — couvert vs assumé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L'honnêteté technique est notée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✓ Couvert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Clé sans token · ACL par contenu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Path traversal · usurpation IP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Brute-force · énumération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Scraping (avec blocage réel)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Dashboard admin-only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63040"/>
            <a:ext cx="5212080" cy="548640"/>
          </a:xfrm>
          <a:prstGeom prst="rect">
            <a:avLst/>
          </a:prstGeom>
          <a:solidFill>
            <a:srgbClr val="5260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36192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⚠ Assumé (documenté)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Pas de TLS en local (→ HTTPS prod)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JWT non révocable (TTL court)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Clé unique (pas par session)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Scraping distribué (botnet)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Capture d'écran / HDMI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Infra &amp; reproductibilité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Aucune étape manuelle obscure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docker-compose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Core + nginx en une commande (JWT_SECRET fort obligatoire)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scripts/demo-local.sh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démo complète SANS Docker (encrypt → Core → nginx → attaques)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CI GitHub Actions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build &amp; push de l'image backend vers GHCR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Secrets gitignorés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clé AES jamais commitée, jamais servie en statique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Qualité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build OK · lint 0 erreur · toutes les preuves vertes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Intégration (Bloc 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La couture avec les autres pôles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Identité unique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même JWT pour P1, P2-A et P2-B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Lecture chiffrée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hls.js + xhrSetup → token envoyé sur la requête de clé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Watermark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incrusté dans le lecteur (dissuasif, traçable)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Dashboard sécurité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consommable par un back-office admin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Doc fournie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docs/FRONTEND-INTEGRATION.md (endpoints + composant prêt)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Back-office &amp; gestion admin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Endpoints /admin protégés (AuthGuard + AdminGuard)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ACL dynamique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droits par contenu en mémoire (fini l'ACL codée en dur)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Utilisateurs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GET /admin/users — liste des comptes et rôles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Contenus &amp; droits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GET /admin/contents + donner/retirer l'accès d'un user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Révocation de clé EN DIRECT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POST /admin/contents/:id/revoke -&gt; /keys passe à 403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Restauration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POST .../restore -&gt; la lecture repart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Démo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couper l'accès d'un spectateur devant le jury, en live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Récap des routes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Surface d'API exposée par le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26464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41732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/auth/login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426464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public (10/min + lockout)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74519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929384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920239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/auth/me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929384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Bearer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377439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32303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423159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/keys/:contentId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432303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Bearer + droits + non révoqué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880359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935223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26079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/security/dashboard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2935223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Bearer admin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83279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438143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428999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/security/watermark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438143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Bearer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886199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941063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3931919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/security/ingest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941063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interne (nginx/loopback)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389119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443983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4434839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/admin/users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443983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Bearer admin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892039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4946903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4937759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/admin/contents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4946903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Bearer admin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394959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5449823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POST/DELETE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5440679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/admin/contents/:id/access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5449823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Bearer admin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897879"/>
            <a:ext cx="1554480" cy="420624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5952743"/>
            <a:ext cx="151790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5943599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202A"/>
                </a:solidFill>
                <a:latin typeface="Calibri"/>
              </a:rPr>
              <a:t>/admin/contents/:id/revoke | restore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5952743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606D"/>
                </a:solidFill>
                <a:latin typeface="Calibri"/>
              </a:rPr>
              <a:t>Bearer admin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Bilan &amp; 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C4B6"/>
                </a:solidFill>
                <a:latin typeface="Calibri"/>
              </a:rPr>
              <a:t>P2 terminé : code + sécurité + infra + démo reproductible.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✓  Sujet A (Zero-Trust) et Sujet B (Anti-Scraping) fonctionnels et prouvés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✓  Audit de sécurité passé — aucune faille exploitable connue sur le périmètre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✓  Démo en une commande (Docker ou natif) + CI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✓  Back-office admin : ACL dynamique + révocation de clé en direct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✓  Plan d'intégration livré au front (P1)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Prochaines features (bonus) 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8D2DE"/>
                </a:solidFill>
                <a:latin typeface="Calibri"/>
              </a:rPr>
              <a:t>•  Back-office React (UI) branché sur les endpoints /admin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8D2DE"/>
                </a:solidFill>
                <a:latin typeface="Calibri"/>
              </a:rPr>
              <a:t>•  Révocation par session / spectateur (pas seulement par contenu)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8D2DE"/>
                </a:solidFill>
                <a:latin typeface="Calibri"/>
              </a:rPr>
              <a:t>•  Watermark visible + branchement complet du lecteur (avec P1)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